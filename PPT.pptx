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Data Usage (%)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YouTube</c:v>
                </c:pt>
                <c:pt idx="1">
                  <c:v>Netflix</c:v>
                </c:pt>
                <c:pt idx="2">
                  <c:v>Social Media</c:v>
                </c:pt>
                <c:pt idx="3">
                  <c:v>Google</c:v>
                </c:pt>
                <c:pt idx="4">
                  <c:v>Gaming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AA-48D7-8D8A-A832746A8B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 Share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Samsung</c:v>
                </c:pt>
                <c:pt idx="1">
                  <c:v>Apple</c:v>
                </c:pt>
                <c:pt idx="2">
                  <c:v>Huawei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6E-4451-ADA0-8CC4400DA1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 Distribution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50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AA-410D-9F26-EAD1F670A9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(Mbps)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Samsung</c:v>
                </c:pt>
                <c:pt idx="1">
                  <c:v>Apple</c:v>
                </c:pt>
                <c:pt idx="2">
                  <c:v>Huawei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22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3A-411E-82C9-90141E9685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69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0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4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18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1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2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87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7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37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509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51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44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179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991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206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15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6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User Analytics in the Telecommunication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Overview &amp; Insights</a:t>
            </a:r>
            <a:endParaRPr lang="en-US" dirty="0"/>
          </a:p>
          <a:p>
            <a:r>
              <a:rPr lang="en-US" dirty="0"/>
              <a:t>By Avijeet Sengupta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Investor evaluating TellCo, a mobile service provider</a:t>
            </a:r>
          </a:p>
          <a:p>
            <a:r>
              <a:t>Objective: identify growth and profitability opportunities</a:t>
            </a:r>
          </a:p>
          <a:p>
            <a:r>
              <a:t>Insights derived from customer xDR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Aggregated xDR data (1 month)</a:t>
            </a:r>
          </a:p>
          <a:p>
            <a:r>
              <a:t>Customer behavior across applications</a:t>
            </a:r>
          </a:p>
          <a:p>
            <a:r>
              <a:t>Includes network performance and device characteristics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Top Applications by Data Usage (Sample)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Overview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10 handsets identified</a:t>
            </a:r>
          </a:p>
          <a:p>
            <a:r>
              <a:t>Top 3 handset manufacturers dominate usage</a:t>
            </a:r>
          </a:p>
          <a:p>
            <a:r>
              <a:t>Clear concentration of users on few popular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Top Handset Manufacturers (Sample)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Engagement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Engagement measured via sessions, duration, traffic</a:t>
            </a:r>
          </a:p>
          <a:p>
            <a:r>
              <a:t>K-means clustering used to segment users</a:t>
            </a:r>
          </a:p>
          <a:p>
            <a:r>
              <a:t>Highly engaged users consume majority of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Clusters (Sample)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KPIs: RTT, TCP Retransmission, Throughput</a:t>
            </a:r>
          </a:p>
          <a:p>
            <a:r>
              <a:t>Device type impacts user experience</a:t>
            </a:r>
          </a:p>
          <a:p>
            <a:r>
              <a:t>Some handset types show consistently better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Average Throughput by Handset (Sample)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Satisfaction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Satisfaction = Engagement + Experience</a:t>
            </a:r>
          </a:p>
          <a:p>
            <a:r>
              <a:t>Top 10 satisfied users identified</a:t>
            </a:r>
          </a:p>
          <a:p>
            <a:r>
              <a:t>Regression model used for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user engagement on data-heavy apps</a:t>
            </a:r>
          </a:p>
          <a:p>
            <a:r>
              <a:t>Opportunity to optimize network for high-value users</a:t>
            </a:r>
          </a:p>
          <a:p>
            <a:r>
              <a:t>Recommendation: Purchase TellCo with focused growth strategy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188</Words>
  <Application>Microsoft Office PowerPoint</Application>
  <PresentationFormat>On-screen Show (4:3)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Garamond</vt:lpstr>
      <vt:lpstr>Organic</vt:lpstr>
      <vt:lpstr>User Analytics in the Telecommunication Industry</vt:lpstr>
      <vt:lpstr>Business Context</vt:lpstr>
      <vt:lpstr>Dataset Overview</vt:lpstr>
      <vt:lpstr>Top Applications by Data Usage (Sample)</vt:lpstr>
      <vt:lpstr>User Overview Analysis</vt:lpstr>
      <vt:lpstr>Top Handset Manufacturers (Sample)</vt:lpstr>
      <vt:lpstr>User Engagement Analysis</vt:lpstr>
      <vt:lpstr>Engagement Clusters (Sample)</vt:lpstr>
      <vt:lpstr>Experience Analysis</vt:lpstr>
      <vt:lpstr>Average Throughput by Handset (Sample)</vt:lpstr>
      <vt:lpstr>Satisfaction Analysis</vt:lpstr>
      <vt:lpstr>Final 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 Hero</cp:lastModifiedBy>
  <cp:revision>2</cp:revision>
  <dcterms:created xsi:type="dcterms:W3CDTF">2013-01-27T09:14:16Z</dcterms:created>
  <dcterms:modified xsi:type="dcterms:W3CDTF">2025-12-16T13:42:26Z</dcterms:modified>
  <cp:category/>
</cp:coreProperties>
</file>